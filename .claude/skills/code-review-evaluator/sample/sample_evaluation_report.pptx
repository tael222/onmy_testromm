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샘플 프로젝트 코드 리뷰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평가일: 2026. 1. 26.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2011680" cy="20116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197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 등급: 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양호 - 소규모 개선 후 배포 가능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항목별 평가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904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로직 정확성 (25%)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06440" y="1472184"/>
            <a:ext cx="32004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147218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819656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8928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완결성 (25%)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06440" y="1874520"/>
            <a:ext cx="320040" cy="27432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1874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221992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29514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 연결성 (15%)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06440" y="2276856"/>
            <a:ext cx="32004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227685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2624328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697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문법적 정확성 (10%)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06440" y="2679192"/>
            <a:ext cx="32004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5806440" y="2679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0" y="3026664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0998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효율성 (10%)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06440" y="3081528"/>
            <a:ext cx="320040" cy="27432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0" name="Text 28"/>
          <p:cNvSpPr/>
          <p:nvPr/>
        </p:nvSpPr>
        <p:spPr>
          <a:xfrm>
            <a:off x="5806440" y="30815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3429000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5021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명명 규칙 (10%)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06440" y="3483864"/>
            <a:ext cx="320040" cy="27432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4" name="Text 32"/>
          <p:cNvSpPr/>
          <p:nvPr/>
        </p:nvSpPr>
        <p:spPr>
          <a:xfrm>
            <a:off x="5806440" y="348386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0" y="3831336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9044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일관성 (5%)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06440" y="3886200"/>
            <a:ext cx="32004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Text 36"/>
          <p:cNvSpPr/>
          <p:nvPr/>
        </p:nvSpPr>
        <p:spPr>
          <a:xfrm>
            <a:off x="5806440" y="38862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240" y="1005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요약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92240" y="1417320"/>
            <a:ext cx="237744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155448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전반적으로 양호한 코드 품질입니다. 로직 구현이 정확하고 구조가 잘 정리되어 있습니다. 완결성과 효율성 부분에서 일부 개선이 필요합니다.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Code Review Evaluator Skill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샘플 프로젝트 코드 리뷰</dc:title>
  <dc:subject>PptxGenJS Presentation</dc:subject>
  <dc:creator>Code Review Evaluator</dc:creator>
  <cp:lastModifiedBy>Code Review Evaluator</cp:lastModifiedBy>
  <cp:revision>1</cp:revision>
  <dcterms:created xsi:type="dcterms:W3CDTF">2026-01-26T02:57:16Z</dcterms:created>
  <dcterms:modified xsi:type="dcterms:W3CDTF">2026-01-26T02:57:16Z</dcterms:modified>
</cp:coreProperties>
</file>