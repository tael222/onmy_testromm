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33272"/>
          </a:xfrm>
          <a:prstGeom prst="rect">
            <a:avLst/>
          </a:prstGeom>
          <a:solidFill>
            <a:srgbClr val="FE44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ReadAlongBuddy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아이를 위한 마법의 책 읽기 친구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+ 2 + 3 Complete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4251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2026-01-28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&amp; 해결책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어린 아이들이 혼자 책 읽기 어려움
</a:t>
            </a:r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부모가 항상 옆에서 읽어줄 수 없음
</a:t>
            </a:r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발음 교정 피드백 부재
</a:t>
            </a:r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저작권 걱정 없이 사용할 도구 필요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책 사진 → OCR → TTS 자동 읽어주기
</a:t>
            </a:r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5종 음성 선택 (영어/한글)
</a:t>
            </a:r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발음 인식 &amp; 교정 피드백
</a:t>
            </a:r>
            <a:pPr indent="0" marL="0">
              <a:buNone/>
            </a:pPr>
            <a:r>
              <a:rPr lang="en-US" sz="16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세션 내 데이터 유지, 저작권 보호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E8F4F4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"3터치 이내에 책을 읽어주는 마법 같은 경험"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인식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이미지/PDF에서 텍스트 추출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음성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5종 음성, 속도 조절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 읽기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문장별 하이라이트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발음 피드백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 점수 + 별점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 라이브러리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9184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 생성 및 관리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한글 지원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영어/한글 OCR+TTS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미리보기: 메인 화면</a:t>
            </a:r>
            <a:endParaRPr lang="en-US" sz="2800" dirty="0"/>
          </a:p>
        </p:txBody>
      </p:sp>
      <p:pic>
        <p:nvPicPr>
          <p:cNvPr id="4" name="Image 0" descr="D:\GitHub\onmy_testromm\workplace\with-omc\test-buddy-20260128\test_screenshots\01_initial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미리보기: OCR 결과</a:t>
            </a:r>
            <a:endParaRPr lang="en-US" sz="2800" dirty="0"/>
          </a:p>
        </p:txBody>
      </p:sp>
      <p:pic>
        <p:nvPicPr>
          <p:cNvPr id="4" name="Image 0" descr="D:\GitHub\onmy_testromm\workplace\with-omc\test-buddy-20260128\test_screenshots\flow_02_ocr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미리보기: 음성 재생</a:t>
            </a:r>
            <a:endParaRPr lang="en-US" sz="2800" dirty="0"/>
          </a:p>
        </p:txBody>
      </p:sp>
      <p:pic>
        <p:nvPicPr>
          <p:cNvPr id="4" name="Image 0" descr="D:\GitHub\onmy_testromm\workplace\with-omc\test-buddy-20260128\test_screenshots\flow_04_re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미리보기: 책 라이브러리</a:t>
            </a:r>
            <a:endParaRPr lang="en-US" sz="2800" dirty="0"/>
          </a:p>
        </p:txBody>
      </p:sp>
      <p:pic>
        <p:nvPicPr>
          <p:cNvPr id="4" name="Image 0" descr="D:\GitHub\onmy_testromm\workplace\with-omc\test-buddy-20260128\test_screenshots\08_book_cre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2286000"/>
          </a:xfrm>
          <a:prstGeom prst="ellipse">
            <a:avLst/>
          </a:prstGeom>
          <a:solidFill>
            <a:srgbClr val="FE44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097280"/>
          <a:ext cx="521208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테스트 범위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구조 (24건)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OCR→TTS→편집 (13건)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심층 기능 (13건)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(37건)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A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FAIL 3건은 테스트 스크립트 타이밍 이슈 (앱 버그 0건)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Playwright + Chromium (headless) 자동화 테스트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Windows 11, Python 3.13, Streamlit 1.53.1, Tesseract v5.4.0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충족 현황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FR-001 이미지 입력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FR-002 OCR 인식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FR-003 TTS 음성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FR-004 텍스트 편집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9659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FR-005 따라 읽기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FR-006 발음 인식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FR-007 발음 피드백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FR-009 한글 지원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FR-012 PDF 업로드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FR-013 책 생성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38862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FR-014 라이브러리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38862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 보호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PARTIAL: Streamlit 프레임워크 제약으로 인한 부분 구현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5029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5943600" cy="502920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0058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1.53.1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286000" cy="5029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645920"/>
            <a:ext cx="5943600" cy="502920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6459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(pytesseract)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286000"/>
            <a:ext cx="5943600" cy="502920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22860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gTTS (Google)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286000" cy="5029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2926080"/>
            <a:ext cx="5943600" cy="502920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926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 (fitz)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2286000" cy="5029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3566160"/>
            <a:ext cx="5943600" cy="502920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35661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2286000" cy="5029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4206240"/>
            <a:ext cx="5943600" cy="502920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42062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서비스 무료 | Streamlit Cloud 배포 준비 완료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8F4F4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 1: 7 + Phase 2+3: 13)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8F4F4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~1,532줄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코드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(10개 모듈)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8F4F4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커버리지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(37건 중 34건 PASS)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8F4F4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충족률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(2건 PARTIAL)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도구: oh-my-claudecode v3.7.2 (ralph + ultrawork 자동화)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사용: executor(5), executor-high(1), architect(2), writer(1)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ReadAlongBuddy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아이를 위한 마법의 책 읽기 친구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4114800"/>
            <a:ext cx="3657600" cy="45720"/>
          </a:xfrm>
          <a:prstGeom prst="rect">
            <a:avLst/>
          </a:prstGeom>
          <a:solidFill>
            <a:srgbClr val="FE444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ReadAlongBuddy</dc:title>
  <dc:subject>Project Overview</dc:subject>
  <dc:creator>Claude Code</dc:creator>
  <cp:lastModifiedBy>Claude Code</cp:lastModifiedBy>
  <cp:revision>1</cp:revision>
  <dcterms:created xsi:type="dcterms:W3CDTF">2026-01-30T00:50:41Z</dcterms:created>
  <dcterms:modified xsi:type="dcterms:W3CDTF">2026-01-30T00:50:41Z</dcterms:modified>
</cp:coreProperties>
</file>